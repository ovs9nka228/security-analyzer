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1" r:id="rId5"/>
    <p:sldId id="262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A8D1C-5395-7951-12AA-BECF497C3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52DF63-21CE-9B52-26BB-40AF705B3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9A08B0-EB65-32CA-E3B5-AFBE41CB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38DD73-5DD5-162F-A8C1-F8BDD8D1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3AB92F-9602-2B6D-D83A-09502BC8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85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DF08D-E69E-B995-A1AD-069F1691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2E6E27-60FB-D9AB-A55E-288449C2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13C482-D676-25FE-4AB2-B5FA0AD1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0DA6DF-5DCB-397A-47D6-82D4844A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3BB011-947D-BF74-2DAE-2631643F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5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251EC-BE88-A303-4619-A453E010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52FF9-0FAD-C3F5-62E4-47C959648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6F0E6C-F3D2-5EE6-2F72-13DE8FE6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5E665-AA82-C75C-CCB6-89D94FFA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BEC43-5A09-5DBC-366F-39F55384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29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53B90-40D6-0981-98EB-9E4CCD48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BEC7D8-693D-75F2-DE64-EA2072BCD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90AC85-823E-0AB5-E7FA-B36A163CC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044FE9-340C-BE30-4F7B-7735D088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0ADBF7-CCC7-2DFE-D40A-CD4C29AC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BFCBAA-63EB-A116-EF54-042BF88E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73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99E73-A909-77FF-A552-A4865086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A750CA-CA7A-1C3D-D3B4-3A8D8F212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498594-813E-3126-1367-280A7B50C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A76245-5F82-BEC4-6507-E2D24AF08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01E73E2-9DEC-62EE-E5D1-DA120B251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048AA16-415C-CD72-BC58-142C3857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C30BE2-4ED4-FD3C-6BBD-852D448D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8A36AC-1A8E-531E-732A-FAFD8742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74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1A89C-4573-996C-BF39-485F70EF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4457ECD-5434-1571-B2A3-A0CC9CF8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154257-FC07-7087-1EAD-4A16F592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6C1685-21D8-B542-52D7-080D9003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21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DF33E0-F7F4-6E22-3975-A8F26953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438D0AE-FF40-4B4E-9944-4F109887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6FF3A1-2172-5EBE-5E3D-A6980942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78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2F98C-E9B7-2221-F46C-07600050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EA9FB7-A61A-5406-3A88-A2EF0A824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49A452-3EC8-18E1-4102-2110ADC79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3F2FC7-C38B-6048-AB50-A4F80E4D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7C552A-1058-7F89-4D42-E745D158D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10D62E-0C9F-DC3F-55D2-C398F040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24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7899B-3267-2A7B-48C1-F230A63BD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1D5032-91E5-3B0D-C311-EFF6C3C46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72FF06-F09A-A381-F2BB-97635C87B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60A298-1DC7-2201-D9C3-B601994F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39F68E-3C0F-CB40-5F5B-03F53ECF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881F34-114A-C8FD-D179-56B00DE4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84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7A525-6800-CF40-EFBA-A2124E58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B0A2CC4-0D77-832A-0F47-67B7BEB70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78FDDD-CDB8-174F-AFAC-EFE44ACD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A529C0-815C-F2F7-1E40-936C7FE0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04CFCA-B829-58EE-2DA5-DEDF31FE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80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5EF08E-6257-168B-3070-7D7233F4A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C5640E-98FF-137B-5903-A8F36F059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D6999A-04DA-A0DC-D66F-CBD5B155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9997E-71E3-E6C1-5E95-CA63D7DE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FF0879-09A0-BBC0-65FB-54875370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24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AD09AE-E948-5F15-4229-7467E772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3B94B-0944-69DF-5A28-44F94A30D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372510-48EC-5200-47A1-0CAC6E3D0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F6B08-C702-4EBC-BC3B-C68FBE293F7C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9B0C8F-E630-9849-93B4-0B1CC1C6A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5D3D11-A3F2-555C-1E53-3F31102B6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86DB7-8F68-4E2D-8225-7ACEE31677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21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C9876-550B-BD07-8B4D-96B199D0B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Анализатор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45865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C9EF5-C57D-3FA5-4C6E-7DEA54F3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анализатор безопасности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2A736-081F-232B-92B3-B0335DE60E92}"/>
              </a:ext>
            </a:extLst>
          </p:cNvPr>
          <p:cNvSpPr txBox="1"/>
          <p:nvPr/>
        </p:nvSpPr>
        <p:spPr>
          <a:xfrm>
            <a:off x="623236" y="2228671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первую очередь это инструмент, который автоматически сканирует исходный код программы на наличие известных уязвимостей, ошибок и «дыр» в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166949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98787-848D-C170-5A7D-9A020834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425" y="297749"/>
            <a:ext cx="3560545" cy="1325563"/>
          </a:xfrm>
        </p:spPr>
        <p:txBody>
          <a:bodyPr/>
          <a:lstStyle/>
          <a:p>
            <a:r>
              <a:rPr lang="ru-RU" dirty="0"/>
              <a:t>Размер кода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5D43387-B639-4400-0EA0-53E24C24207E}"/>
              </a:ext>
            </a:extLst>
          </p:cNvPr>
          <p:cNvSpPr txBox="1">
            <a:spLocks/>
          </p:cNvSpPr>
          <p:nvPr/>
        </p:nvSpPr>
        <p:spPr>
          <a:xfrm>
            <a:off x="441959" y="1316423"/>
            <a:ext cx="89330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+mn-lt"/>
              </a:rPr>
              <a:t>Общее количество строк в коде: 420</a:t>
            </a:r>
          </a:p>
        </p:txBody>
      </p:sp>
    </p:spTree>
    <p:extLst>
      <p:ext uri="{BB962C8B-B14F-4D97-AF65-F5344CB8AC3E}">
        <p14:creationId xmlns:p14="http://schemas.microsoft.com/office/powerpoint/2010/main" val="336876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1FE7E2-01D4-C6E1-9C46-2155262597C8}"/>
              </a:ext>
            </a:extLst>
          </p:cNvPr>
          <p:cNvSpPr txBox="1"/>
          <p:nvPr/>
        </p:nvSpPr>
        <p:spPr>
          <a:xfrm>
            <a:off x="4880009" y="336883"/>
            <a:ext cx="267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Меню кода</a:t>
            </a:r>
          </a:p>
        </p:txBody>
      </p:sp>
      <p:pic>
        <p:nvPicPr>
          <p:cNvPr id="6" name="Рисунок 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D755F5-B58B-0727-4A1C-E32A42DB6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244" y="2066650"/>
            <a:ext cx="479174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1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11159-7156-100E-D4D2-B6BD4BD1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267" y="0"/>
            <a:ext cx="4195813" cy="1325563"/>
          </a:xfrm>
        </p:spPr>
        <p:txBody>
          <a:bodyPr/>
          <a:lstStyle/>
          <a:p>
            <a:r>
              <a:rPr lang="ru-RU" dirty="0"/>
              <a:t>Функции меню</a:t>
            </a:r>
          </a:p>
        </p:txBody>
      </p:sp>
      <p:pic>
        <p:nvPicPr>
          <p:cNvPr id="4" name="Рисунок 3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FB9A5D-61A6-EA20-32CA-F2452AA46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87" y="1270404"/>
            <a:ext cx="3913714" cy="5089624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71F127-BD62-AFE1-CD90-082107317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101" y="1325563"/>
            <a:ext cx="4366502" cy="5034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1F5BD0-9CF2-5C41-0EBE-BA5A7B5898F7}"/>
              </a:ext>
            </a:extLst>
          </p:cNvPr>
          <p:cNvSpPr txBox="1"/>
          <p:nvPr/>
        </p:nvSpPr>
        <p:spPr>
          <a:xfrm>
            <a:off x="224589" y="1588169"/>
            <a:ext cx="331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нажатии на цифру 1 вы выбираете полную проверку безопасности</a:t>
            </a:r>
            <a:r>
              <a:rPr lang="en-US" dirty="0"/>
              <a:t>:</a:t>
            </a:r>
          </a:p>
          <a:p>
            <a:r>
              <a:rPr lang="ru-RU" dirty="0"/>
              <a:t>Код проверяет брандмауэр</a:t>
            </a:r>
          </a:p>
          <a:p>
            <a:r>
              <a:rPr lang="ru-RU" dirty="0"/>
              <a:t>Код проверяет сетевую безопасность</a:t>
            </a:r>
          </a:p>
          <a:p>
            <a:r>
              <a:rPr lang="ru-RU" dirty="0"/>
              <a:t>Код проверяет антивирусную защиту</a:t>
            </a:r>
          </a:p>
          <a:p>
            <a:r>
              <a:rPr lang="ru-RU" dirty="0"/>
              <a:t>Код показывает информацию о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62864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4F5D9-016B-889A-EAB5-29D4A2B2E8C8}"/>
              </a:ext>
            </a:extLst>
          </p:cNvPr>
          <p:cNvSpPr txBox="1">
            <a:spLocks/>
          </p:cNvSpPr>
          <p:nvPr/>
        </p:nvSpPr>
        <p:spPr>
          <a:xfrm>
            <a:off x="3581400" y="288758"/>
            <a:ext cx="419581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Функции меню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05CCF-3041-1C82-976F-961457B08085}"/>
              </a:ext>
            </a:extLst>
          </p:cNvPr>
          <p:cNvSpPr txBox="1"/>
          <p:nvPr/>
        </p:nvSpPr>
        <p:spPr>
          <a:xfrm>
            <a:off x="363353" y="1135062"/>
            <a:ext cx="4593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нажатии на цифру 2 вы выбираете проверку брандмауэра</a:t>
            </a:r>
            <a:r>
              <a:rPr lang="en-US" dirty="0"/>
              <a:t>:</a:t>
            </a:r>
          </a:p>
        </p:txBody>
      </p:sp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39E674-51B1-DFA3-3C14-FCBFA326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433"/>
          <a:stretch>
            <a:fillRect/>
          </a:stretch>
        </p:blipFill>
        <p:spPr>
          <a:xfrm>
            <a:off x="363353" y="2200288"/>
            <a:ext cx="5039428" cy="1558378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287E37-F003-6EB1-82D1-ACE5CD21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410"/>
          <a:stretch>
            <a:fillRect/>
          </a:stretch>
        </p:blipFill>
        <p:spPr>
          <a:xfrm>
            <a:off x="363353" y="1906522"/>
            <a:ext cx="5039428" cy="293766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21B73C-421E-3521-8839-E1D51ED9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306" y="1693412"/>
            <a:ext cx="6125726" cy="315185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1C4E8F-C931-F027-90B4-7F6A92A7B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07" y="3917075"/>
            <a:ext cx="5111719" cy="279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0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A35AE-8E48-5C30-AC88-D3862B02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CFF02-AE28-5F4B-5FCB-A7165618BA22}"/>
              </a:ext>
            </a:extLst>
          </p:cNvPr>
          <p:cNvSpPr txBox="1">
            <a:spLocks/>
          </p:cNvSpPr>
          <p:nvPr/>
        </p:nvSpPr>
        <p:spPr>
          <a:xfrm>
            <a:off x="3581400" y="288758"/>
            <a:ext cx="419581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Функции меню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5B7F9-5396-5284-D5B9-7652C10CB0AF}"/>
              </a:ext>
            </a:extLst>
          </p:cNvPr>
          <p:cNvSpPr txBox="1"/>
          <p:nvPr/>
        </p:nvSpPr>
        <p:spPr>
          <a:xfrm>
            <a:off x="363353" y="1135062"/>
            <a:ext cx="4593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нажатии на цифру </a:t>
            </a:r>
            <a:r>
              <a:rPr lang="en-US" dirty="0"/>
              <a:t>3</a:t>
            </a:r>
            <a:r>
              <a:rPr lang="ru-RU" dirty="0"/>
              <a:t> вы выбираете проверку сетевой безопасности</a:t>
            </a:r>
            <a:r>
              <a:rPr lang="en-US" dirty="0"/>
              <a:t>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3ABD99-69E4-46F7-28E3-B889FBC88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53" y="1781393"/>
            <a:ext cx="4963218" cy="31436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C385F9-B78B-6C3C-D7D8-4730BEA7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53" y="2095762"/>
            <a:ext cx="659222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0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DD85-57BB-4B86-6A2B-B70D859E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8F46E-404E-9568-BCD0-1DA70ACDFC0E}"/>
              </a:ext>
            </a:extLst>
          </p:cNvPr>
          <p:cNvSpPr txBox="1">
            <a:spLocks/>
          </p:cNvSpPr>
          <p:nvPr/>
        </p:nvSpPr>
        <p:spPr>
          <a:xfrm>
            <a:off x="3581400" y="288758"/>
            <a:ext cx="419581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Функции меню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7404E-5BB4-515E-05DC-1F410748822C}"/>
              </a:ext>
            </a:extLst>
          </p:cNvPr>
          <p:cNvSpPr txBox="1"/>
          <p:nvPr/>
        </p:nvSpPr>
        <p:spPr>
          <a:xfrm>
            <a:off x="363353" y="1135062"/>
            <a:ext cx="4593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нажатии на цифру 4 вы выбираете проверку антивирусной защиты</a:t>
            </a:r>
            <a:r>
              <a:rPr lang="en-US" dirty="0"/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843BAF-6ADA-1DD9-86D7-61561015A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12" y="1822300"/>
            <a:ext cx="4829849" cy="352474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52C7BF-EA07-1A6B-F80B-B264F52AE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12" y="2215681"/>
            <a:ext cx="816406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51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C3AB-139D-7486-54D8-B21DEBFE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91DC4-5B49-1444-4B75-6BC14C2975CF}"/>
              </a:ext>
            </a:extLst>
          </p:cNvPr>
          <p:cNvSpPr txBox="1">
            <a:spLocks/>
          </p:cNvSpPr>
          <p:nvPr/>
        </p:nvSpPr>
        <p:spPr>
          <a:xfrm>
            <a:off x="3581400" y="288758"/>
            <a:ext cx="419581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Функции меню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2B037-FD7B-77EC-0EAD-7520B6D53769}"/>
              </a:ext>
            </a:extLst>
          </p:cNvPr>
          <p:cNvSpPr txBox="1"/>
          <p:nvPr/>
        </p:nvSpPr>
        <p:spPr>
          <a:xfrm>
            <a:off x="363353" y="1135062"/>
            <a:ext cx="4593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нажатии на цифру 5 вы выбираете информацию о системе</a:t>
            </a:r>
            <a:r>
              <a:rPr lang="en-US" dirty="0"/>
              <a:t>:</a:t>
            </a:r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447CA9-80A5-9A7B-4F4F-3F73A75D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53" y="1888929"/>
            <a:ext cx="5125165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715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122</Words>
  <Application>Microsoft Office PowerPoint</Application>
  <PresentationFormat>Широкоэкранный</PresentationFormat>
  <Paragraphs>20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Анализатор безопасности</vt:lpstr>
      <vt:lpstr>Что такое анализатор безопасности?</vt:lpstr>
      <vt:lpstr>Размер кода</vt:lpstr>
      <vt:lpstr>Презентация PowerPoint</vt:lpstr>
      <vt:lpstr>Функции меню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Амир Галимуллин</dc:creator>
  <cp:lastModifiedBy>Амир Галимуллин</cp:lastModifiedBy>
  <cp:revision>10</cp:revision>
  <dcterms:created xsi:type="dcterms:W3CDTF">2025-12-25T13:36:28Z</dcterms:created>
  <dcterms:modified xsi:type="dcterms:W3CDTF">2025-12-26T16:17:40Z</dcterms:modified>
</cp:coreProperties>
</file>