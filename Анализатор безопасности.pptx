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AA8D1C-5395-7951-12AA-BECF497C3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52DF63-21CE-9B52-26BB-40AF705B3C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9A08B0-EB65-32CA-E3B5-AFBE41CBB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38DD73-5DD5-162F-A8C1-F8BDD8D1E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3AB92F-9602-2B6D-D83A-09502BC8E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1858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2DF08D-E69E-B995-A1AD-069F16913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2E6E27-60FB-D9AB-A55E-288449C22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13C482-D676-25FE-4AB2-B5FA0AD15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0DA6DF-5DCB-397A-47D6-82D4844AE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3BB011-947D-BF74-2DAE-2631643FC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59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0251EC-BE88-A303-4619-A453E010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B52FF9-0FAD-C3F5-62E4-47C959648D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6F0E6C-F3D2-5EE6-2F72-13DE8FE69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35E665-AA82-C75C-CCB6-89D94FFA0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0BEC43-5A09-5DBC-366F-39F55384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295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453B90-40D6-0981-98EB-9E4CCD48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BEC7D8-693D-75F2-DE64-EA2072BCD7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390AC85-823E-0AB5-E7FA-B36A163CC4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3044FE9-340C-BE30-4F7B-7735D088C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0ADBF7-CCC7-2DFE-D40A-CD4C29ACC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CBFCBAA-63EB-A116-EF54-042BF88EB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73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99E73-A909-77FF-A552-A48650864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A750CA-CA7A-1C3D-D3B4-3A8D8F212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9498594-813E-3126-1367-280A7B50C2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A76245-5F82-BEC4-6507-E2D24AF08F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01E73E2-9DEC-62EE-E5D1-DA120B251A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048AA16-415C-CD72-BC58-142C38573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7C30BE2-4ED4-FD3C-6BBD-852D448DC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F8A36AC-1A8E-531E-732A-FAFD8742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1740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E1A89C-4573-996C-BF39-485F70EF0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4457ECD-5434-1571-B2A3-A0CC9CF8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A154257-FC07-7087-1EAD-4A16F5928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96C1685-21D8-B542-52D7-080D90038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21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DF33E0-F7F4-6E22-3975-A8F269535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438D0AE-FF40-4B4E-9944-4F109887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A6FF3A1-2172-5EBE-5E3D-A6980942C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3783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D2F98C-E9B7-2221-F46C-076000509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EA9FB7-A61A-5406-3A88-A2EF0A824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249A452-3EC8-18E1-4102-2110ADC79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3F2FC7-C38B-6048-AB50-A4F80E4D7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7C552A-1058-7F89-4D42-E745D158D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10D62E-0C9F-DC3F-55D2-C398F0401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24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47899B-3267-2A7B-48C1-F230A63BD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81D5032-91E5-3B0D-C311-EFF6C3C467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F72FF06-F09A-A381-F2BB-97635C87B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560A298-1DC7-2201-D9C3-B601994FD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39F68E-3C0F-CB40-5F5B-03F53ECF9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7881F34-114A-C8FD-D179-56B00DE45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4847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17A525-6800-CF40-EFBA-A2124E583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B0A2CC4-0D77-832A-0F47-67B7BEB70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78FDDD-CDB8-174F-AFAC-EFE44ACDC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A529C0-815C-F2F7-1E40-936C7FE01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04CFCA-B829-58EE-2DA5-DEDF31FE1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804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75EF08E-6257-168B-3070-7D7233F4AE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C5640E-98FF-137B-5903-A8F36F059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8D6999A-04DA-A0DC-D66F-CBD5B155D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79997E-71E3-E6C1-5E95-CA63D7DE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FF0879-09A0-BBC0-65FB-54875370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9247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AD09AE-E948-5F15-4229-7467E772D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93B94B-0944-69DF-5A28-44F94A30D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372510-48EC-5200-47A1-0CAC6E3D07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F6B08-C702-4EBC-BC3B-C68FBE293F7C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29B0C8F-E630-9849-93B4-0B1CC1C6A5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5D3D11-A3F2-555C-1E53-3F31102B6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786DB7-8F68-4E2D-8225-7ACEE31677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5217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BC9876-550B-BD07-8B4D-96B199D0B5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Анализатор безопасности</a:t>
            </a:r>
          </a:p>
        </p:txBody>
      </p:sp>
    </p:spTree>
    <p:extLst>
      <p:ext uri="{BB962C8B-B14F-4D97-AF65-F5344CB8AC3E}">
        <p14:creationId xmlns:p14="http://schemas.microsoft.com/office/powerpoint/2010/main" val="2458652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1C9EF5-C57D-3FA5-4C6E-7DEA54F36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анализатор безопасности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2A736-081F-232B-92B3-B0335DE60E92}"/>
              </a:ext>
            </a:extLst>
          </p:cNvPr>
          <p:cNvSpPr txBox="1"/>
          <p:nvPr/>
        </p:nvSpPr>
        <p:spPr>
          <a:xfrm>
            <a:off x="623236" y="2228671"/>
            <a:ext cx="60976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 первую очередь это инструмент, который автоматически сканирует исходный код программы на наличие известных уязвимостей, ошибок и «дыр» в безопасности</a:t>
            </a:r>
          </a:p>
        </p:txBody>
      </p:sp>
    </p:spTree>
    <p:extLst>
      <p:ext uri="{BB962C8B-B14F-4D97-AF65-F5344CB8AC3E}">
        <p14:creationId xmlns:p14="http://schemas.microsoft.com/office/powerpoint/2010/main" val="1669493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939ECA-AE94-D938-E0CD-EBB67503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317480" cy="924660"/>
          </a:xfrm>
        </p:spPr>
        <p:txBody>
          <a:bodyPr/>
          <a:lstStyle/>
          <a:p>
            <a:r>
              <a:rPr lang="ru-RU" dirty="0"/>
              <a:t>Код для анализатора безопасности</a:t>
            </a:r>
          </a:p>
        </p:txBody>
      </p:sp>
      <p:pic>
        <p:nvPicPr>
          <p:cNvPr id="4" name="Рисунок 3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F0A6E1-C3F3-B712-A397-F36B438B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37" y="1164657"/>
            <a:ext cx="3226875" cy="5226518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D4B1103-2780-4D74-3668-19C5C473E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2392" y="1164657"/>
            <a:ext cx="3591516" cy="5226518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718256E-0C08-324A-2535-F04B87F68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927" y="1164657"/>
            <a:ext cx="3591516" cy="412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20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D8FC1AC-0ECF-32F4-656E-5A3E790C9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08" y="365760"/>
            <a:ext cx="5407327" cy="5906941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снимок экрана, Шрифт, докумен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A4F5595-9359-909A-A85D-61C64DB13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9467" y="475529"/>
            <a:ext cx="4645609" cy="5906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057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окумен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4062699-6ECC-4D94-CE43-90ABECE2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85" y="680987"/>
            <a:ext cx="2316506" cy="5496025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2C82FE6-1108-8468-8B02-921FF2AE9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263" y="665355"/>
            <a:ext cx="3575958" cy="5443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78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E98787-848D-C170-5A7D-9A020834B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5425" y="297749"/>
            <a:ext cx="3560545" cy="1325563"/>
          </a:xfrm>
        </p:spPr>
        <p:txBody>
          <a:bodyPr/>
          <a:lstStyle/>
          <a:p>
            <a:r>
              <a:rPr lang="ru-RU" dirty="0"/>
              <a:t>Размер кода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35D43387-B639-4400-0EA0-53E24C24207E}"/>
              </a:ext>
            </a:extLst>
          </p:cNvPr>
          <p:cNvSpPr txBox="1">
            <a:spLocks/>
          </p:cNvSpPr>
          <p:nvPr/>
        </p:nvSpPr>
        <p:spPr>
          <a:xfrm>
            <a:off x="441959" y="1316423"/>
            <a:ext cx="893304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+mn-lt"/>
              </a:rPr>
              <a:t>Общее количество строк в коде: 420</a:t>
            </a:r>
          </a:p>
        </p:txBody>
      </p:sp>
    </p:spTree>
    <p:extLst>
      <p:ext uri="{BB962C8B-B14F-4D97-AF65-F5344CB8AC3E}">
        <p14:creationId xmlns:p14="http://schemas.microsoft.com/office/powerpoint/2010/main" val="3368761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1FE7E2-01D4-C6E1-9C46-2155262597C8}"/>
              </a:ext>
            </a:extLst>
          </p:cNvPr>
          <p:cNvSpPr txBox="1"/>
          <p:nvPr/>
        </p:nvSpPr>
        <p:spPr>
          <a:xfrm>
            <a:off x="4880009" y="336883"/>
            <a:ext cx="2675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Меню кода</a:t>
            </a:r>
          </a:p>
        </p:txBody>
      </p:sp>
      <p:pic>
        <p:nvPicPr>
          <p:cNvPr id="6" name="Рисунок 5" descr="Изображение выглядит как текст, снимок экран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6D755F5-B58B-0727-4A1C-E32A42DB6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3244" y="2066650"/>
            <a:ext cx="4791744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16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911159-7156-100E-D4D2-B6BD4BD1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267" y="0"/>
            <a:ext cx="4195813" cy="1325563"/>
          </a:xfrm>
        </p:spPr>
        <p:txBody>
          <a:bodyPr/>
          <a:lstStyle/>
          <a:p>
            <a:r>
              <a:rPr lang="ru-RU" dirty="0"/>
              <a:t>Функции меню</a:t>
            </a:r>
          </a:p>
        </p:txBody>
      </p:sp>
      <p:pic>
        <p:nvPicPr>
          <p:cNvPr id="4" name="Рисунок 3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4FB9A5D-61A6-EA20-32CA-F2452AA46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387" y="1270404"/>
            <a:ext cx="3913714" cy="5089624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Шрифт, докумен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271F127-BD62-AFE1-CD90-08210731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101" y="1325563"/>
            <a:ext cx="4366502" cy="5034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81F5BD0-9CF2-5C41-0EBE-BA5A7B5898F7}"/>
              </a:ext>
            </a:extLst>
          </p:cNvPr>
          <p:cNvSpPr txBox="1"/>
          <p:nvPr/>
        </p:nvSpPr>
        <p:spPr>
          <a:xfrm>
            <a:off x="224589" y="1588169"/>
            <a:ext cx="33175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 нажатии на цифру 1 вы выбираете полную проверку безопасности</a:t>
            </a:r>
            <a:r>
              <a:rPr lang="en-US" dirty="0"/>
              <a:t>:</a:t>
            </a:r>
          </a:p>
          <a:p>
            <a:r>
              <a:rPr lang="ru-RU" dirty="0"/>
              <a:t>Код проверяет брандмауэр</a:t>
            </a:r>
          </a:p>
          <a:p>
            <a:r>
              <a:rPr lang="ru-RU" dirty="0"/>
              <a:t>Код проверяет сетевую безопасность</a:t>
            </a:r>
          </a:p>
          <a:p>
            <a:r>
              <a:rPr lang="ru-RU" dirty="0"/>
              <a:t>Код проверяет антивирусную защиту</a:t>
            </a:r>
          </a:p>
          <a:p>
            <a:r>
              <a:rPr lang="ru-RU" dirty="0"/>
              <a:t>Код показывает информацию о системе</a:t>
            </a:r>
          </a:p>
        </p:txBody>
      </p:sp>
    </p:spTree>
    <p:extLst>
      <p:ext uri="{BB962C8B-B14F-4D97-AF65-F5344CB8AC3E}">
        <p14:creationId xmlns:p14="http://schemas.microsoft.com/office/powerpoint/2010/main" val="628644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24F5D9-016B-889A-EAB5-29D4A2B2E8C8}"/>
              </a:ext>
            </a:extLst>
          </p:cNvPr>
          <p:cNvSpPr txBox="1">
            <a:spLocks/>
          </p:cNvSpPr>
          <p:nvPr/>
        </p:nvSpPr>
        <p:spPr>
          <a:xfrm>
            <a:off x="3581400" y="288758"/>
            <a:ext cx="4195813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/>
              <a:t>Функции меню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05CCF-3041-1C82-976F-961457B08085}"/>
              </a:ext>
            </a:extLst>
          </p:cNvPr>
          <p:cNvSpPr txBox="1"/>
          <p:nvPr/>
        </p:nvSpPr>
        <p:spPr>
          <a:xfrm>
            <a:off x="363353" y="1135062"/>
            <a:ext cx="4593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 нажатии на цифру 2 вы выбираете проверку брандмауэра</a:t>
            </a:r>
            <a:r>
              <a:rPr lang="en-US" dirty="0"/>
              <a:t>:</a:t>
            </a:r>
          </a:p>
        </p:txBody>
      </p:sp>
      <p:pic>
        <p:nvPicPr>
          <p:cNvPr id="6" name="Рисунок 5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339E674-51B1-DFA3-3C14-FCBFA326C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433"/>
          <a:stretch>
            <a:fillRect/>
          </a:stretch>
        </p:blipFill>
        <p:spPr>
          <a:xfrm>
            <a:off x="363353" y="2200288"/>
            <a:ext cx="5039428" cy="1558378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4287E37-F003-6EB1-82D1-ACE5CD2113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1410"/>
          <a:stretch>
            <a:fillRect/>
          </a:stretch>
        </p:blipFill>
        <p:spPr>
          <a:xfrm>
            <a:off x="363353" y="1906522"/>
            <a:ext cx="5039428" cy="293766"/>
          </a:xfrm>
          <a:prstGeom prst="rect">
            <a:avLst/>
          </a:prstGeom>
        </p:spPr>
      </p:pic>
      <p:pic>
        <p:nvPicPr>
          <p:cNvPr id="11" name="Рисунок 10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D21B73C-421E-3521-8839-E1D51ED94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306" y="1693412"/>
            <a:ext cx="6125726" cy="3151857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71C4E8F-C931-F027-90B4-7F6A92A7B8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207" y="3917075"/>
            <a:ext cx="5111719" cy="279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30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A35AE-8E48-5C30-AC88-D3862B02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CFF02-AE28-5F4B-5FCB-A7165618BA22}"/>
              </a:ext>
            </a:extLst>
          </p:cNvPr>
          <p:cNvSpPr txBox="1">
            <a:spLocks/>
          </p:cNvSpPr>
          <p:nvPr/>
        </p:nvSpPr>
        <p:spPr>
          <a:xfrm>
            <a:off x="3581400" y="288758"/>
            <a:ext cx="4195813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/>
              <a:t>Функции меню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5B7F9-5396-5284-D5B9-7652C10CB0AF}"/>
              </a:ext>
            </a:extLst>
          </p:cNvPr>
          <p:cNvSpPr txBox="1"/>
          <p:nvPr/>
        </p:nvSpPr>
        <p:spPr>
          <a:xfrm>
            <a:off x="363353" y="1135062"/>
            <a:ext cx="4593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 нажатии на цифру </a:t>
            </a:r>
            <a:r>
              <a:rPr lang="en-US" dirty="0"/>
              <a:t>3</a:t>
            </a:r>
            <a:r>
              <a:rPr lang="ru-RU" dirty="0"/>
              <a:t> вы выбираете проверку сетевой безопасности</a:t>
            </a:r>
            <a:r>
              <a:rPr lang="en-US" dirty="0"/>
              <a:t>: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43ABD99-69E4-46F7-28E3-B889FBC88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53" y="1781393"/>
            <a:ext cx="4963218" cy="314369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DC385F9-B78B-6C3C-D7D8-4730BEA70F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53" y="2095762"/>
            <a:ext cx="659222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7046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DD85-57BB-4B86-6A2B-B70D859E3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C8F46E-404E-9568-BCD0-1DA70ACDFC0E}"/>
              </a:ext>
            </a:extLst>
          </p:cNvPr>
          <p:cNvSpPr txBox="1">
            <a:spLocks/>
          </p:cNvSpPr>
          <p:nvPr/>
        </p:nvSpPr>
        <p:spPr>
          <a:xfrm>
            <a:off x="3581400" y="288758"/>
            <a:ext cx="4195813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/>
              <a:t>Функции меню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D7404E-5BB4-515E-05DC-1F410748822C}"/>
              </a:ext>
            </a:extLst>
          </p:cNvPr>
          <p:cNvSpPr txBox="1"/>
          <p:nvPr/>
        </p:nvSpPr>
        <p:spPr>
          <a:xfrm>
            <a:off x="363353" y="1135062"/>
            <a:ext cx="4593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 нажатии на цифру 4 вы выбираете проверку антивирусной защиты</a:t>
            </a:r>
            <a:r>
              <a:rPr lang="en-US" dirty="0"/>
              <a:t>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843BAF-6ADA-1DD9-86D7-61561015A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12" y="1822300"/>
            <a:ext cx="4829849" cy="352474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52C7BF-EA07-1A6B-F80B-B264F52AE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12" y="2215681"/>
            <a:ext cx="8164064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451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3C3AB-139D-7486-54D8-B21DEBFE3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991DC4-5B49-1444-4B75-6BC14C2975CF}"/>
              </a:ext>
            </a:extLst>
          </p:cNvPr>
          <p:cNvSpPr txBox="1">
            <a:spLocks/>
          </p:cNvSpPr>
          <p:nvPr/>
        </p:nvSpPr>
        <p:spPr>
          <a:xfrm>
            <a:off x="3581400" y="288758"/>
            <a:ext cx="4195813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/>
              <a:t>Функции меню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2B037-FD7B-77EC-0EAD-7520B6D53769}"/>
              </a:ext>
            </a:extLst>
          </p:cNvPr>
          <p:cNvSpPr txBox="1"/>
          <p:nvPr/>
        </p:nvSpPr>
        <p:spPr>
          <a:xfrm>
            <a:off x="363353" y="1135062"/>
            <a:ext cx="4593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 нажатии на цифру 5 вы выбираете информацию о системе</a:t>
            </a:r>
            <a:r>
              <a:rPr lang="en-US" dirty="0"/>
              <a:t>:</a:t>
            </a:r>
          </a:p>
        </p:txBody>
      </p:sp>
      <p:pic>
        <p:nvPicPr>
          <p:cNvPr id="5" name="Рисунок 4" descr="Изображение выглядит как текст, снимок экран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447CA9-80A5-9A7B-4F4F-3F73A75D2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53" y="1888929"/>
            <a:ext cx="5125165" cy="184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7151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126</Words>
  <Application>Microsoft Office PowerPoint</Application>
  <PresentationFormat>Широкоэкранный</PresentationFormat>
  <Paragraphs>21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Тема Office</vt:lpstr>
      <vt:lpstr>Анализатор безопасности</vt:lpstr>
      <vt:lpstr>Что такое анализатор безопасности?</vt:lpstr>
      <vt:lpstr>Код для анализатора безопасности</vt:lpstr>
      <vt:lpstr>Презентация PowerPoint</vt:lpstr>
      <vt:lpstr>Презентация PowerPoint</vt:lpstr>
      <vt:lpstr>Размер кода</vt:lpstr>
      <vt:lpstr>Презентация PowerPoint</vt:lpstr>
      <vt:lpstr>Функции меню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Reanimator Extreme Edition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Амир Галимуллин</dc:creator>
  <cp:lastModifiedBy>Амир Галимуллин</cp:lastModifiedBy>
  <cp:revision>9</cp:revision>
  <dcterms:created xsi:type="dcterms:W3CDTF">2025-12-25T13:36:28Z</dcterms:created>
  <dcterms:modified xsi:type="dcterms:W3CDTF">2025-12-25T14:04:06Z</dcterms:modified>
</cp:coreProperties>
</file>